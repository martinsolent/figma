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F40BF-C035-4E47-83C3-BCD540FDF9FA}" v="6" dt="2025-11-23T15:21:46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666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2CEC-B1B9-AB5F-1B1D-AB5D79848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F01E6-8DFF-D430-6199-AEDBC28E0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1D00-9DD9-7987-878D-DB052712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1FF7C-CF44-D17E-B493-DA90354C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F28F4-A5AD-17D9-B14B-4B3F4D1C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73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5CC8-CEBB-55B9-331D-61DDF5D64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7649-6781-A105-5C2C-3953BE7F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DB415-54E1-41CC-25D6-3BCEC3DF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31ABA-C69B-748D-CD13-274BC76B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1C9D-2477-96DA-97DF-A6E06F0E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62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8C08-5690-7003-ACB1-B23163E6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5A975-ECE2-CC3D-0A78-52C2CC26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2E3D9-B311-A302-3CAF-9D4E80AC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3603-4F2D-5071-0182-EDE87C9C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3FDEC-0065-5FC2-1FA2-D0601F16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95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7670-82B1-2C6D-08E9-F8D5C728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B562-0A21-1879-2F32-3E5DB46F0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04EF9-2EAF-9EF6-16AD-4262036BC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F1E7C-2869-D5C5-B6DC-4543FFDD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D2EF9-9E8E-3959-4FC9-22FF4C45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35B9D-F6F4-652D-850D-91FB4A2A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40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6BD4-F9D2-4D6D-7EA6-7DDF80FB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FE7DF-9893-189F-3E56-2ACB9E4A1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4F15-C130-B688-D9E6-125111982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7ED9EB-A163-1077-0696-5B0CC2EB8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6E8AA-2DE9-8022-57EC-851D3DE03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B68E-0FFD-55F6-F729-EDA3A0CD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308B6-FC72-725E-3A2B-1B216493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14612-C0F3-D39E-D03F-629F460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91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B305-F6EC-72E3-3C3F-302620E4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22AE5-492B-C74B-A660-367EC5E2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650D6-BB3B-E156-3D42-07E49BB7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6C08F-60E7-2971-24C2-DE4B2E4C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7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9F576-C54A-2A10-ECA4-F09F3E2B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0CA9E-4792-7637-EF58-E1139D2C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E8BC8-595B-46A9-5089-10B09FF1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07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D7528-9061-0B43-DCFE-CCC0557B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7EA02-E541-A542-FE5B-6E6E0AFDF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47F8F-C8E9-766A-C3A5-56F422FD0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AFA25-35A4-4201-BA75-CF804A8D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395FA-6368-5BC4-7A2C-2343230C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DDB52-E0C8-6591-42FB-6251B919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95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D725-1CA6-0D6E-F282-9A7A99E6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43A86-157A-58A9-B3A6-6BF63C844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658DF-AA21-0F76-DA83-EE56BC300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6CAA8-A8F8-54A6-9D35-C98E6626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1B85-81F9-7FA6-6938-37F7038D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4AF99-2964-23BC-0D71-2983CE5B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94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44C4-1869-39CF-0DD5-E2F0B479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C1485-6E50-829A-4ED5-1E7CE15A0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3615E-11FC-78D3-301E-01E7C733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0D6ED-7460-49AA-9C0E-D1F05FD1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0327-1ECA-2280-1E2E-EFFFB24A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95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8C2ED-55E4-8C80-6F4B-A6B1F5DAD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8FE51-5BD9-A1F8-D0B3-CB5956FD0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CF00-8E22-ECF1-93DC-17E59199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226F4-C769-32CB-1B39-0C6A23C7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9C9D6-ABC9-653F-6F41-0601F0E7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15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164-771F-AD6F-D062-CC141F69D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1F58F-9C05-ED3B-1B60-8C431BEE7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82A3B-8431-9930-2CFB-DB1C28075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13F88-A990-42C8-95E9-706E878ED4DA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3E80-2B5C-5A5A-66BD-5B0C5FAF6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1965-212F-0DB6-29B9-4128E15F2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3179-081A-4D90-9C67-ACA6560F9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35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webcam with a stand">
            <a:extLst>
              <a:ext uri="{FF2B5EF4-FFF2-40B4-BE49-F238E27FC236}">
                <a16:creationId xmlns:a16="http://schemas.microsoft.com/office/drawing/2014/main" id="{09D6A792-B401-459C-BD25-473213007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t="8777" r="12539" b="6739"/>
          <a:stretch>
            <a:fillRect/>
          </a:stretch>
        </p:blipFill>
        <p:spPr>
          <a:xfrm rot="491388">
            <a:off x="611345" y="894484"/>
            <a:ext cx="3842516" cy="4226767"/>
          </a:xfrm>
          <a:prstGeom prst="rect">
            <a:avLst/>
          </a:prstGeom>
        </p:spPr>
      </p:pic>
      <p:pic>
        <p:nvPicPr>
          <p:cNvPr id="7" name="Picture 6" descr="A blue and black webcam">
            <a:extLst>
              <a:ext uri="{FF2B5EF4-FFF2-40B4-BE49-F238E27FC236}">
                <a16:creationId xmlns:a16="http://schemas.microsoft.com/office/drawing/2014/main" id="{2A613F7E-95B8-190E-1D73-400B25D0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0" t="5170" r="24760" b="4761"/>
          <a:stretch>
            <a:fillRect/>
          </a:stretch>
        </p:blipFill>
        <p:spPr>
          <a:xfrm>
            <a:off x="8003970" y="177281"/>
            <a:ext cx="3461940" cy="6176866"/>
          </a:xfrm>
          <a:prstGeom prst="rect">
            <a:avLst/>
          </a:prstGeom>
        </p:spPr>
      </p:pic>
      <p:pic>
        <p:nvPicPr>
          <p:cNvPr id="11" name="Picture 10" descr="A red and black webcam">
            <a:extLst>
              <a:ext uri="{FF2B5EF4-FFF2-40B4-BE49-F238E27FC236}">
                <a16:creationId xmlns:a16="http://schemas.microsoft.com/office/drawing/2014/main" id="{778339BC-0828-FDDC-916E-1DF4424F41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1" t="4932" r="24148" b="5000"/>
          <a:stretch>
            <a:fillRect/>
          </a:stretch>
        </p:blipFill>
        <p:spPr>
          <a:xfrm>
            <a:off x="4453861" y="340567"/>
            <a:ext cx="3284277" cy="61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7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EC95-4126-4229-91D6-49B266C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webcam">
            <a:extLst>
              <a:ext uri="{FF2B5EF4-FFF2-40B4-BE49-F238E27FC236}">
                <a16:creationId xmlns:a16="http://schemas.microsoft.com/office/drawing/2014/main" id="{A0436ACE-6001-E948-32E9-F9C708748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8" t="5170" r="28958" b="4761"/>
          <a:stretch>
            <a:fillRect/>
          </a:stretch>
        </p:blipFill>
        <p:spPr>
          <a:xfrm>
            <a:off x="9131802" y="177280"/>
            <a:ext cx="2898539" cy="6176866"/>
          </a:xfrm>
          <a:prstGeom prst="rect">
            <a:avLst/>
          </a:prstGeom>
        </p:spPr>
      </p:pic>
      <p:pic>
        <p:nvPicPr>
          <p:cNvPr id="11" name="Picture 10" descr="A red and black webcam">
            <a:extLst>
              <a:ext uri="{FF2B5EF4-FFF2-40B4-BE49-F238E27FC236}">
                <a16:creationId xmlns:a16="http://schemas.microsoft.com/office/drawing/2014/main" id="{7E947C22-7618-22E7-FFBC-8298E929D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2" t="4932" r="28085" b="5000"/>
          <a:stretch>
            <a:fillRect/>
          </a:stretch>
        </p:blipFill>
        <p:spPr>
          <a:xfrm>
            <a:off x="6579356" y="177280"/>
            <a:ext cx="2668556" cy="6176866"/>
          </a:xfrm>
          <a:prstGeom prst="rect">
            <a:avLst/>
          </a:prstGeom>
        </p:spPr>
      </p:pic>
      <p:pic>
        <p:nvPicPr>
          <p:cNvPr id="2" name="Picture 1" descr="A black stand for a cell phone">
            <a:extLst>
              <a:ext uri="{FF2B5EF4-FFF2-40B4-BE49-F238E27FC236}">
                <a16:creationId xmlns:a16="http://schemas.microsoft.com/office/drawing/2014/main" id="{A0AEB4D8-53F6-06C0-CB62-030A83DB0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013">
            <a:off x="3297707" y="2647629"/>
            <a:ext cx="3725150" cy="3747095"/>
          </a:xfrm>
          <a:prstGeom prst="rect">
            <a:avLst/>
          </a:prstGeom>
        </p:spPr>
      </p:pic>
      <p:pic>
        <p:nvPicPr>
          <p:cNvPr id="5" name="Picture 4" descr="A black webcam with a stand">
            <a:extLst>
              <a:ext uri="{FF2B5EF4-FFF2-40B4-BE49-F238E27FC236}">
                <a16:creationId xmlns:a16="http://schemas.microsoft.com/office/drawing/2014/main" id="{5049059F-B153-5DD2-D6AF-0AF63F7C3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t="8777" r="12539" b="6739"/>
          <a:stretch>
            <a:fillRect/>
          </a:stretch>
        </p:blipFill>
        <p:spPr>
          <a:xfrm rot="881248">
            <a:off x="332875" y="280814"/>
            <a:ext cx="3583209" cy="394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1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tand for a cell phone">
            <a:extLst>
              <a:ext uri="{FF2B5EF4-FFF2-40B4-BE49-F238E27FC236}">
                <a16:creationId xmlns:a16="http://schemas.microsoft.com/office/drawing/2014/main" id="{4DB8ED18-A7E9-4970-BA31-F2B65364F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262" y="176212"/>
            <a:ext cx="6467475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3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Solent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Reid</dc:creator>
  <cp:lastModifiedBy>Martin Reid</cp:lastModifiedBy>
  <cp:revision>2</cp:revision>
  <dcterms:created xsi:type="dcterms:W3CDTF">2025-11-23T14:26:16Z</dcterms:created>
  <dcterms:modified xsi:type="dcterms:W3CDTF">2025-11-23T16:59:57Z</dcterms:modified>
</cp:coreProperties>
</file>